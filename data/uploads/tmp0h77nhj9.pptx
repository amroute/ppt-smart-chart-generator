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1" r:id="rId5"/>
    <p:sldId id="258" r:id="rId6"/>
    <p:sldId id="272" r:id="rId7"/>
    <p:sldId id="259" r:id="rId8"/>
    <p:sldId id="260" r:id="rId9"/>
    <p:sldId id="273" r:id="rId10"/>
    <p:sldId id="261" r:id="rId11"/>
    <p:sldId id="270" r:id="rId12"/>
    <p:sldId id="274" r:id="rId13"/>
    <p:sldId id="263" r:id="rId14"/>
    <p:sldId id="264" r:id="rId15"/>
    <p:sldId id="265" r:id="rId16"/>
    <p:sldId id="266" r:id="rId17"/>
    <p:sldId id="275" r:id="rId18"/>
    <p:sldId id="267" r:id="rId19"/>
    <p:sldId id="276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1_LLM-Based-Dynamic-Black-Box-Testing-from-Requiremen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2_Agenda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00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7" name="内容占位符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8946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3_Project-Overview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00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内容占位符 5" descr="4_Method-and-Workflow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8946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6_Output-Evolution-V1-to-V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-635"/>
            <a:ext cx="12192000" cy="6858635"/>
          </a:xfrm>
          <a:prstGeom prst="rect">
            <a:avLst/>
          </a:prstGeom>
        </p:spPr>
      </p:pic>
      <p:pic>
        <p:nvPicPr>
          <p:cNvPr id="3" name="图片 2" descr="p6v1_outp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65" y="1632585"/>
            <a:ext cx="5312410" cy="2078355"/>
          </a:xfrm>
          <a:prstGeom prst="rect">
            <a:avLst/>
          </a:prstGeom>
        </p:spPr>
      </p:pic>
      <p:pic>
        <p:nvPicPr>
          <p:cNvPr id="7" name="图片 6" descr="p6v3_outp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365" y="1475105"/>
            <a:ext cx="5525135" cy="22358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540" y="0"/>
            <a:ext cx="12189460" cy="6857365"/>
          </a:xfrm>
          <a:prstGeom prst="rect">
            <a:avLst/>
          </a:prstGeom>
        </p:spPr>
      </p:pic>
      <p:pic>
        <p:nvPicPr>
          <p:cNvPr id="6" name="图片 5" descr="p7_input_v"/>
          <p:cNvPicPr>
            <a:picLocks noChangeAspect="1"/>
          </p:cNvPicPr>
          <p:nvPr/>
        </p:nvPicPr>
        <p:blipFill>
          <a:blip r:embed="rId2"/>
          <a:srcRect l="-4354" t="-1505" r="4354" b="1505"/>
          <a:stretch>
            <a:fillRect/>
          </a:stretch>
        </p:blipFill>
        <p:spPr>
          <a:xfrm>
            <a:off x="280670" y="1243330"/>
            <a:ext cx="5584190" cy="2259965"/>
          </a:xfrm>
          <a:prstGeom prst="roundRect">
            <a:avLst/>
          </a:prstGeom>
        </p:spPr>
      </p:pic>
      <p:pic>
        <p:nvPicPr>
          <p:cNvPr id="7" name="图片 6" descr="p7_部分tc"/>
          <p:cNvPicPr>
            <a:picLocks noChangeAspect="1"/>
          </p:cNvPicPr>
          <p:nvPr/>
        </p:nvPicPr>
        <p:blipFill>
          <a:blip r:embed="rId3"/>
          <a:srcRect l="-5275" r="5275"/>
          <a:stretch>
            <a:fillRect/>
          </a:stretch>
        </p:blipFill>
        <p:spPr>
          <a:xfrm>
            <a:off x="280670" y="4381500"/>
            <a:ext cx="5480685" cy="2161540"/>
          </a:xfrm>
          <a:prstGeom prst="roundRect">
            <a:avLst/>
          </a:prstGeom>
        </p:spPr>
      </p:pic>
      <p:pic>
        <p:nvPicPr>
          <p:cNvPr id="8" name="图片 7" descr="p7_bva"/>
          <p:cNvPicPr>
            <a:picLocks noChangeAspect="1"/>
          </p:cNvPicPr>
          <p:nvPr/>
        </p:nvPicPr>
        <p:blipFill>
          <a:blip r:embed="rId4"/>
          <a:srcRect l="-10852" r="10852"/>
          <a:stretch>
            <a:fillRect/>
          </a:stretch>
        </p:blipFill>
        <p:spPr>
          <a:xfrm>
            <a:off x="6659245" y="1243330"/>
            <a:ext cx="4406265" cy="3311525"/>
          </a:xfrm>
          <a:prstGeom prst="round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6473825" y="4789170"/>
            <a:ext cx="5605780" cy="1654175"/>
            <a:chOff x="9600" y="7267"/>
            <a:chExt cx="8828" cy="2605"/>
          </a:xfrm>
        </p:grpSpPr>
        <p:pic>
          <p:nvPicPr>
            <p:cNvPr id="9" name="图片 8" descr="ba2e7a46ce6d89e2062c4debd288ed3c"/>
            <p:cNvPicPr>
              <a:picLocks noChangeAspect="1"/>
            </p:cNvPicPr>
            <p:nvPr/>
          </p:nvPicPr>
          <p:blipFill>
            <a:blip r:embed="rId5"/>
            <a:srcRect r="978" b="69878"/>
            <a:stretch>
              <a:fillRect/>
            </a:stretch>
          </p:blipFill>
          <p:spPr>
            <a:xfrm>
              <a:off x="9600" y="7267"/>
              <a:ext cx="4133" cy="1375"/>
            </a:xfrm>
            <a:prstGeom prst="rect">
              <a:avLst/>
            </a:prstGeom>
          </p:spPr>
        </p:pic>
        <p:pic>
          <p:nvPicPr>
            <p:cNvPr id="10" name="图片 9" descr="ba2e7a46ce6d89e2062c4debd288ed3c"/>
            <p:cNvPicPr>
              <a:picLocks noChangeAspect="1"/>
            </p:cNvPicPr>
            <p:nvPr/>
          </p:nvPicPr>
          <p:blipFill>
            <a:blip r:embed="rId5"/>
            <a:srcRect l="2602" t="29263" r="559" b="49971"/>
            <a:stretch>
              <a:fillRect/>
            </a:stretch>
          </p:blipFill>
          <p:spPr>
            <a:xfrm>
              <a:off x="13900" y="7525"/>
              <a:ext cx="4505" cy="1117"/>
            </a:xfrm>
            <a:prstGeom prst="rect">
              <a:avLst/>
            </a:prstGeom>
          </p:spPr>
        </p:pic>
        <p:pic>
          <p:nvPicPr>
            <p:cNvPr id="11" name="图片 10" descr="ba2e7a46ce6d89e2062c4debd288ed3c"/>
            <p:cNvPicPr>
              <a:picLocks noChangeAspect="1"/>
            </p:cNvPicPr>
            <p:nvPr/>
          </p:nvPicPr>
          <p:blipFill>
            <a:blip r:embed="rId5"/>
            <a:srcRect l="2301" t="49597" r="882" b="26706"/>
            <a:stretch>
              <a:fillRect/>
            </a:stretch>
          </p:blipFill>
          <p:spPr>
            <a:xfrm>
              <a:off x="9707" y="8736"/>
              <a:ext cx="4026" cy="1122"/>
            </a:xfrm>
            <a:prstGeom prst="rect">
              <a:avLst/>
            </a:prstGeom>
          </p:spPr>
        </p:pic>
        <p:pic>
          <p:nvPicPr>
            <p:cNvPr id="12" name="图片 11" descr="ba2e7a46ce6d89e2062c4debd288ed3c"/>
            <p:cNvPicPr>
              <a:picLocks noChangeAspect="1"/>
            </p:cNvPicPr>
            <p:nvPr/>
          </p:nvPicPr>
          <p:blipFill>
            <a:blip r:embed="rId5"/>
            <a:srcRect l="2602" t="72625" b="3068"/>
            <a:stretch>
              <a:fillRect/>
            </a:stretch>
          </p:blipFill>
          <p:spPr>
            <a:xfrm>
              <a:off x="13900" y="8736"/>
              <a:ext cx="4529" cy="1136"/>
            </a:xfrm>
            <a:prstGeom prst="rect">
              <a:avLst/>
            </a:prstGeom>
          </p:spPr>
        </p:pic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780" y="3689350"/>
            <a:ext cx="6260465" cy="5060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8946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8_V1-V2-V3-Quantitative-Comparison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9_Coverage-Analysi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8946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内容占位符 5" descr="10_Executable-Verification-and-Mutation-Testing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11_TC-14-Surfacing-an-Internal-LLM-Contradiction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61340" y="1504950"/>
            <a:ext cx="11377930" cy="33045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p11_declared priority ord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70" y="1933575"/>
            <a:ext cx="2952750" cy="2447290"/>
          </a:xfrm>
          <a:prstGeom prst="roundRect">
            <a:avLst/>
          </a:prstGeom>
        </p:spPr>
      </p:pic>
      <p:pic>
        <p:nvPicPr>
          <p:cNvPr id="7" name="图片 6" descr="p11_tc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315" y="2472690"/>
            <a:ext cx="6166485" cy="13696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12_Comparison-Limitations-and-Final-Conclusion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陈奕炫</dc:creator>
  <cp:lastModifiedBy>14938</cp:lastModifiedBy>
  <cp:revision>8</cp:revision>
  <dcterms:created xsi:type="dcterms:W3CDTF">2023-08-09T12:44:00Z</dcterms:created>
  <dcterms:modified xsi:type="dcterms:W3CDTF">2026-04-22T12:21:13Z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56D7DD354FD64E0187838D24A95108FD_12</vt:lpwstr>
  </property>
</Properties>
</file>